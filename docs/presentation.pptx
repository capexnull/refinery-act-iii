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EFIN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INERY: Explainable Process Deci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1" descr="REFINERY: Explainable Process Decis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gnals need a decision contex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2" descr="Signals need a decision contex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om observations to review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3" descr="From observations to review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x loops. One shared view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4" descr="Six loops. One shared view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vestigate a cooling disturbanc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5" descr="Investigate a cooling disturba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ke the limits visibl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6" descr="Make the limits visib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reproducible CPU demo today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7" descr="A reproducible CPU demo toda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n. Inspect. Compa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INERY slide 8" descr="Run. Inspect. Compa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FINERY">
  <a:themeElements>
    <a:clrScheme name="REFINERY">
      <a:dk1>
        <a:srgbClr val="121D29"/>
      </a:dk1>
      <a:lt1>
        <a:srgbClr val="E4EDF5"/>
      </a:lt1>
      <a:dk2>
        <a:srgbClr val="1A2939"/>
      </a:dk2>
      <a:lt2>
        <a:srgbClr val="AFC0D1"/>
      </a:lt2>
      <a:accent1>
        <a:srgbClr val="58C9B5"/>
      </a:accent1>
      <a:accent2>
        <a:srgbClr val="71C8FF"/>
      </a:accent2>
      <a:accent3>
        <a:srgbClr val="F4C46A"/>
      </a:accent3>
      <a:accent4>
        <a:srgbClr val="FFACB3"/>
      </a:accent4>
      <a:accent5>
        <a:srgbClr val="96ECDA"/>
      </a:accent5>
      <a:accent6>
        <a:srgbClr val="526B7B"/>
      </a:accent6>
      <a:hlink>
        <a:srgbClr val="58C9B5"/>
      </a:hlink>
      <a:folHlink>
        <a:srgbClr val="71C8FF"/>
      </a:folHlink>
    </a:clrScheme>
    <a:fontScheme name="REFINERY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REFINE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REFINERY contest materials</Application>
  <PresentationFormat>Widescreen</PresentationFormat>
  <Slides>8</Slides>
  <Notes>0</Notes>
  <HiddenSlides>0</HiddenSlides>
  <Company>CAPEXNULL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REFINERY: Explainable Process Decisions</dc:title>
  <dc:subject>AMD Developer Hackathon ACT III</dc:subject>
  <dc:creator>CAPEXNULL</dc:creator>
  <dc:description>Eight-slide synthetic refinery prototype presentation. AMD Token Factory integration pending.</dc:description>
  <cp:lastModifiedBy>CAPEXNULL</cp:lastModifiedBy>
  <dcterms:created xsi:type="dcterms:W3CDTF">2026-10-17T11:37:15Z</dcterms:created>
  <dcterms:modified xsi:type="dcterms:W3CDTF">2026-10-17T11:37:15Z</dcterms:modified>
</cp:coreProperties>
</file>